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Прогнозирование вероятности закрытия сделки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приоритизация клиентов в системе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корпоративных продаж НПФ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примере проекта ПУЛЬС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343400"/>
            <a:ext cx="2011680" cy="3657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курс «Наука о данных: профессиональный уровень (Data Science PRO)»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МГТУ им. Н.Э. Баумана, Центр дополнительного образования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Слушатель: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0" y="6309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одновременных сделок в CRM — ресурс менеджера ограничен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Действующая приоритизация — экспертное правило по стадии воронки, без учёта характеристик клиента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375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Сделки на одной стадии могут кардинально различаться по вероятности успеха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29768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Крайне малая доля успешных исходов — типичная черта B2B-продаж НПФ, а не аномалия данных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164592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1031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2918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конверсия воронки корпоративных продаж НПФ (отраслевая норма 0,5-2%)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 апробировать методику прогнозирования вероятности закрытия сделки и приоритизации клиентов, реализовав применяющий её программный сервис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7889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методов скоринга (эвристика vs ML)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517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7889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и предобработка данных ПУЛЬС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4805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Инженерия признаков и эвристика приоритизации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43434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44805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сравнение 3-4 моделей ML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60350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6263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263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617220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эвристическим скорингом ПУЛЬС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60350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6263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6263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617220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Сервис-ориентированная архитектура + Streamlit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Боевая выгрузка CRM Creatio, проект ПУЛЬС · 30.07.2026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8288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571 + 193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43400" y="2651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/ действующих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8288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651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завершённых сделок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5204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3657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43400" y="4480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успешных сделок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5204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657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138160" y="4480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полей по каждой сделке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полей: стадия и исход · потенциал, ФОТ, штат · отрасль, регион, холдинг · дни без контакта, SPIN, презентация · источник обращения · системная и экспертная вероятность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Ключевое методологическое решение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Завершённые сделки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успехов + 267 провалов — исход точно известен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обучение и оценка моделей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Незавершённые сделки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сделка в работе — исход ещё не наступил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4114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инференс: прогноз без участия в обучении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Смешение меток «провал» и «ещё не решено» в одном классе — методологическая ошибка при работе с редким положительным классом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Инженерные признаки и эвристика приоритизации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Признак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priority_score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Эвристика «стадия → процент» (только новые сделки)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priority_category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низкий/средний/высокий — пороги 40/70, сверены с ПУЛЬС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weighted_potential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Потенциал × вероятность — ожидаемая ценность сделки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reactivation_score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Давность провала, окно 365 дней — кандидат на повторный контакт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is_holding_client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Аффилиация с холдингом — сильный предиктор масштаба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days_since_last_contact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Реальное поле ПУЛЬС — вовлечённость менеджера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сделки и производные от неё показатели НЕ используются как признаки ML-моделей — иначе целевая переменная «подсматривается» через стадию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программного сервиса</a:t>
            </a:r>
            <a:endParaRPr lang="en-US" sz="2800" dirty="0"/>
          </a:p>
        </p:txBody>
      </p:sp>
      <p:pic>
        <p:nvPicPr>
          <p:cNvPr id="3" name="Image 0" descr="03_architecture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051560"/>
            <a:ext cx="5943600" cy="4370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Сервис-ориентированная архитектура · медальонная схема Bronze/Silver · SQLAlchemy (SQLite → PostgreSQL без изменения кода) · логирование по каждому сервису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Результаты: прогноз закрытия сделки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/>
              <a:tblGrid>
                <a:gridCol w="3931920"/>
                <a:gridCol w="1828800"/>
                <a:gridCol w="1828800"/>
                <a:gridCol w="182880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Лучший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Успехов в топ-30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Логистическая регрессия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из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из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из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лучший результат по практической метрике: находит 5 из 7 успешных сделок в списке из 30 приоритетных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только на признаках клиента и сделки (без стадии). Сравнение с эвристикой ПУЛЬС даёт ROC-AUC = 1,0 — не превосходство, а следствие того, что эвристика использует стадию, эквивалентную целевой переменной. ML-модель, в отличие от эвристики, применима к любой сделке независимо от стадии.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Вторая модель: конверсия лида в сделку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18288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Лучший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Логистическая регрессия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716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/ 285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решённых лидов конвертированы в сделку (36,5%)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решённых лидов (обучение) + 100 нерешённых («Целевой»/«Необработан») — inference-выборка, тот же принцип, что и для сделок.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признаков: давность нахождения лида в системе, затем источники «База Фонда» и оба канала Банка ВТБ — банковские каналы и собственная база фонда дают наиболее предсказуемую динамику конверсии.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Практическая значимость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109728" cy="21031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193 клиентах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Штат и холдинг как предикторы успеха подтверждены не только на 7 успешных сделках, но и на большей выборке действующих клиентов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417320"/>
            <a:ext cx="109728" cy="21031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Реактивация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провальных сделок не списаны навсегда — ранжированы по давности для повторного контакта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94760"/>
            <a:ext cx="109728" cy="21031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77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поиск рынка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успешного клиента (масштаб, холдинг) можно использовать для проактивного поиска, а не только скоринга входящих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7947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794760"/>
            <a:ext cx="109728" cy="21031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77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развивающейся системы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ПУЛЬС уже фигурирует во внутренней отчётности перед генеральным директором фонда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066544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745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прогнозирования и приоритизации разработана и апробирована на боевых данных ПУЛЬС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80944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7889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лучшая модель для прогноза закрытия сделки; логрег — для конверсии лида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95344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7033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сервис реализован, запущен и проверен (ingestion → scoring → Streamlit)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809744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применимы как дополняющий модуль приоритизации к действующей системе ПУЛЬС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2026-07-30T09:56:17Z</dcterms:created>
  <dcterms:modified xsi:type="dcterms:W3CDTF">2026-07-30T09:56:17Z</dcterms:modified>
</cp:coreProperties>
</file>